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8" d="100"/>
          <a:sy n="98" d="100"/>
        </p:scale>
        <p:origin x="-72" y="1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4228" y="228600"/>
            <a:ext cx="6321972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YVU Geology Department Field visit to Vempalle Formation </a:t>
            </a:r>
            <a:endParaRPr lang="en-IN" sz="2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" name="Picture 2" descr="F:\Department\2025\Field work details\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1967" y="1373042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F:\Department\2025\Field work details\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77" y="1373042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F:\Department\2025\Field work details\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97" y="4225636"/>
            <a:ext cx="2954062" cy="222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:\Department\2025\Field work details\5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533" y="4234316"/>
            <a:ext cx="2939047" cy="2226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396427" y="3599606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Eparchean</a:t>
            </a:r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unconformity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65607" y="3599606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Quartz and Feldspar veins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96427" y="6460881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Ripple Marks on Quartzite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65607" y="6447225"/>
            <a:ext cx="2951832" cy="2286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tx1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Stromatolites on Dolomites</a:t>
            </a:r>
            <a:endParaRPr lang="en-IN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tx1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126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21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2006-08-16T00:00:00Z</dcterms:created>
  <dcterms:modified xsi:type="dcterms:W3CDTF">2025-12-30T07:25:16Z</dcterms:modified>
</cp:coreProperties>
</file>