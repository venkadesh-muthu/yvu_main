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8" d="100"/>
          <a:sy n="98" d="100"/>
        </p:scale>
        <p:origin x="-72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4228" y="228600"/>
            <a:ext cx="6321972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YVU Geology Department </a:t>
            </a:r>
            <a:r>
              <a:rPr lang="en-US" sz="24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  <a:r>
              <a:rPr lang="en-US" sz="2400" b="1" baseline="3000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</a:t>
            </a:r>
            <a:r>
              <a:rPr lang="en-US" sz="24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4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Field </a:t>
            </a:r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visit to Vempalle Formation </a:t>
            </a:r>
            <a:endParaRPr lang="en-IN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2" name="Picture 2" descr="F:\Department\2025\Field work details\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967" y="1373042"/>
            <a:ext cx="2954062" cy="222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F:\Department\2025\Field work details\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377" y="1373042"/>
            <a:ext cx="2954062" cy="222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:\Department\2025\Field work details\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197" y="4225636"/>
            <a:ext cx="2954062" cy="222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:\Department\2025\Field work details\5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533" y="4234316"/>
            <a:ext cx="2939047" cy="2226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396427" y="3599606"/>
            <a:ext cx="2951832" cy="228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Eparchean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unconformity</a:t>
            </a:r>
            <a:endParaRPr lang="en-IN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65607" y="3599606"/>
            <a:ext cx="2951832" cy="228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Quartz and Feldspar veins</a:t>
            </a:r>
            <a:endParaRPr lang="en-IN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96427" y="6460881"/>
            <a:ext cx="2951832" cy="228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Ripple Marks on Quartzite</a:t>
            </a:r>
            <a:endParaRPr lang="en-IN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65607" y="6447225"/>
            <a:ext cx="2951832" cy="228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Stromatolites on Dolomites</a:t>
            </a:r>
            <a:endParaRPr lang="en-IN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126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2006-08-16T00:00:00Z</dcterms:created>
  <dcterms:modified xsi:type="dcterms:W3CDTF">2025-12-30T08:53:04Z</dcterms:modified>
</cp:coreProperties>
</file>