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5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F:\Department\2025\Field work details\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55" y="1219201"/>
            <a:ext cx="2971800" cy="220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:\Department\2025\Field work details\1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228" y="1214697"/>
            <a:ext cx="2971800" cy="236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F:\Department\2025\Field work details\1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44" y="3881697"/>
            <a:ext cx="2971800" cy="236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:\Department\2025\Field work details\1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028" y="3872172"/>
            <a:ext cx="2969172" cy="236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74228" y="228600"/>
            <a:ext cx="632197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APG Field Visit to Cuddapah Basin in association with YVU Geology Department</a:t>
            </a:r>
            <a:endParaRPr lang="en-IN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64244" y="3581400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Memento presentation to APG team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34873" y="3467100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Addressing the gathering 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4228" y="6248400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Field discussion of Vempalle formation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3923" y="6227143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APG team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26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2006-08-16T00:00:00Z</dcterms:created>
  <dcterms:modified xsi:type="dcterms:W3CDTF">2025-12-30T07:25:50Z</dcterms:modified>
</cp:coreProperties>
</file>