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01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F:\Department\2025\Field work details\6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3809999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8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2006-08-16T00:00:00Z</dcterms:created>
  <dcterms:modified xsi:type="dcterms:W3CDTF">2025-12-30T05:06:29Z</dcterms:modified>
</cp:coreProperties>
</file>