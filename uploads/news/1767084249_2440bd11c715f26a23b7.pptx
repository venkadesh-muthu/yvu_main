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6" d="100"/>
          <a:sy n="106" d="100"/>
        </p:scale>
        <p:origin x="486" y="1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4228" y="228600"/>
            <a:ext cx="632197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YVU Geology Department Field visit to Vempalle Formation </a:t>
            </a:r>
            <a:endParaRPr lang="en-IN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6" name="Picture 2" descr="F:\Department\2025\Field work details\6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228" y="1371600"/>
            <a:ext cx="2971800" cy="21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F:\Department\2025\Field work details\7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986" y="1371600"/>
            <a:ext cx="2971800" cy="218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:\Department\2025\Field work details\7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932" y="4002837"/>
            <a:ext cx="296875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F:\Department\2025\Field work details\68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96" y="4024073"/>
            <a:ext cx="2964305" cy="218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394196" y="3558821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YVU Geology faculty, students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08954" y="3558821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Observing Volcanic flows at </a:t>
            </a:r>
            <a:r>
              <a:rPr lang="en-US" sz="14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Pulivendula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06669" y="6210843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Volcanic flows in Vempalle Formation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06392" y="6229401"/>
            <a:ext cx="2951832" cy="4440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Meeting with GSI officials</a:t>
            </a:r>
            <a:endParaRPr lang="en-IN" sz="1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1268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2006-08-16T00:00:00Z</dcterms:created>
  <dcterms:modified xsi:type="dcterms:W3CDTF">2025-12-30T07:22:24Z</dcterms:modified>
</cp:coreProperties>
</file>