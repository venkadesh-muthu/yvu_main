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6" d="100"/>
          <a:sy n="106" d="100"/>
        </p:scale>
        <p:origin x="486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374228" y="228600"/>
            <a:ext cx="6321972" cy="914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tx1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YVU </a:t>
            </a:r>
            <a:r>
              <a:rPr lang="en-US" sz="2400" b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tx1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Geology </a:t>
            </a:r>
            <a:r>
              <a:rPr lang="en-US" sz="2400" b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tx1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Department 2</a:t>
            </a:r>
            <a:r>
              <a:rPr lang="en-US" sz="2400" b="1" baseline="3000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tx1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nd</a:t>
            </a:r>
            <a:r>
              <a:rPr lang="en-US" sz="2400" b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tx1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Field </a:t>
            </a:r>
            <a:r>
              <a:rPr lang="en-US" sz="2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tx1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visit to Vempalle Formation </a:t>
            </a:r>
            <a:endParaRPr lang="en-IN" sz="24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tx1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pic>
        <p:nvPicPr>
          <p:cNvPr id="1026" name="Picture 2" descr="F:\Department\2025\Field work details\67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4228" y="1371600"/>
            <a:ext cx="2971800" cy="2187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F:\Department\2025\Field work details\71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8986" y="1371600"/>
            <a:ext cx="2971800" cy="2187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F:\Department\2025\Field work details\75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7932" y="4002837"/>
            <a:ext cx="2968752" cy="2226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F:\Department\2025\Field work details\68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4196" y="4024073"/>
            <a:ext cx="2964305" cy="2186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1394196" y="3558821"/>
            <a:ext cx="2951832" cy="444016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tx1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YVU Geology faculty, students</a:t>
            </a:r>
            <a:endParaRPr lang="en-IN" sz="14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tx1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708954" y="3558821"/>
            <a:ext cx="2951832" cy="444016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tx1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Observing Volcanic flows at </a:t>
            </a:r>
            <a:r>
              <a:rPr lang="en-US" sz="1400" b="1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tx1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Pulivendula</a:t>
            </a:r>
            <a:endParaRPr lang="en-IN" sz="14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tx1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406669" y="6210843"/>
            <a:ext cx="2951832" cy="444016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tx1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Volcanic flows in Vempalle Formation</a:t>
            </a:r>
            <a:endParaRPr lang="en-IN" sz="14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tx1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706392" y="6229401"/>
            <a:ext cx="2951832" cy="444016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tx1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Meeting with GSI officials</a:t>
            </a:r>
            <a:endParaRPr lang="en-IN" sz="14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tx1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212682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28</Words>
  <Application>Microsoft Office PowerPoint</Application>
  <PresentationFormat>On-screen Show (4:3)</PresentationFormat>
  <Paragraphs>5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5</cp:revision>
  <dcterms:created xsi:type="dcterms:W3CDTF">2006-08-16T00:00:00Z</dcterms:created>
  <dcterms:modified xsi:type="dcterms:W3CDTF">2025-12-30T08:55:29Z</dcterms:modified>
</cp:coreProperties>
</file>